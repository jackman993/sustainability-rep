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Development of energy-efficient medical equipment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New revenue stream of ¥50,000K; Market share growth 1.5%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R&amp;D for energy-efficient MRI and X-ray systems (Budget: ¥25,000K); Green Hospital certification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Entry into eco-conscious patient segments via sustainable healthcare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Retention of health-conscious clients (¥120,000K value)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green procurement policy; Implement hospital waste reduction program (Budget: ¥8,000K)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