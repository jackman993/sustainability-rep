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製造業 sector faces new carbon tax regulations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$500K-1M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Invest in carbon offset programs;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Shift to green technology may disrupt traditional 製造業 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$2M-5M revenue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Develop green product lines;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weather events affecting 製造業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$300K-800K per event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Strengthen facility resilience;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temperatures impacting 製造業 supply chain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$1M-3M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Diversify supply sources; Budget: $800K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energy-efficient processes in 製造業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$400K-600K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Upgrade equipment; Budget: $1.5M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renewable energy for 製造業 facilities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$200K-400K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Solar panel installation;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sustainable 製造業 products for green market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$5M-10M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R&amp;D and marketing; Budget: $3M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Expand 製造業 business to climate-resilient regions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$3M-7M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Market entry and setup;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total emissions by 30% by 2030 (Current: 100.0 tCO2e)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15% reduction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Energy efficiency projects;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 renewable energy usage to 50% by 2028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25% renewable energy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Solar and wind investments;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Obtain ISO 14001 environmental management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Customer requirements; Gap: Missing documentation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Complete certification process; Budget: $150K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Enhance visibility into 製造業 supply chain emissions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Regulatory compliance; Gap: Limited supplier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Implement supplier reporting system; Budget: $300K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Train 製造業 workforce on climate adaptation strategies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Climate-related disruptions; Impact: Operational delays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Comprehensive training program;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Diversify 製造業 supply sources to reduce climate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Single-source dependency; Impact: Supply disruptions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Identify and onboard alternative suppliers;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