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Climate-Related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Transformation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Policy and
Regulation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Emission cap of 300 tCO2e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Operating cost increase by 2,466K JPY; Gross margin impact -0.15%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Implement energy efficiency projects to reduce emissions by 15% (Budget: 5,000K JPY); Switch to renewable electricity (Budget: 3,000K JPY)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Green product
and technology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Competitors achieve carbon neutrality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Potential contract loss of 80,000K JPY from top 5 clients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Collaborate with suppliers to track and reduce Scope 3 (Budget: 2,000K JPY); Achieve net zero emissions by 2040 (Budget: 10,000K JPY)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