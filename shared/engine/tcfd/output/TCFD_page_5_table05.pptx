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Scope 1&amp;2 by 40% by 2030 (Base year 2022)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Achieved -5% reduction; Behind schedule on Scope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Accelerate transition to renewable energy; Implement energy efficiency measures in hospitals (Budget: ¥50,000K)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80% Waste Recycling Rate by 2028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Current rate 60%; Waste intensity decreased 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waste segregation training for staff; Partner with recycling service providers (Budget: ¥25,000K)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