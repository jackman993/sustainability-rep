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Mandatory Scope 3 emission disclosure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Operating cost increase by €20,089K; EBITDA margin impact -1.2%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internal carbon pricing at €100/tCO2e (Budget: €500K); Invest in electric construction equipment and vehicles (Budget: €5,000K); Engage suppliers for Scope 3 emission reduction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Competitors offering low-carbon construction solutions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Potential revenue loss of €3,000,000K from key clients; Market share loss of 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dedicated green building division (Budget: €1,500K); Develop low-carbon concrete and steel sourcing (Budget: €2,000K); Upskill workforce in sustainable construction practices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Supply chain disruptions due to floods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Asset repair cost est. €500K; Project delays up to 30 days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flood resilience measures (Budget: €200K); Diversify suppliers and transport routes; Obtain parametric insurance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Increased cooling costs for equipment and site facilities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Productivity loss est. €750K/year; Electricity cost increase €150K/year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heat stress management plan (Budget: €100K); Upgrade to energy-efficient cooling systems (Budget: €300K); Utilize passive cooling building designs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Rainwater harvesting for site usage; Prefabricated components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Material cost savings of €250K/year; 30% reduction in freshwater costs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 recycled aggregate supply chain (Budget: €80K); Install rainwater capture systems on 50% of sites (Budget: €120K); Increase prefab usage to 40% (Budget: €500K)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Modular construction techniques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New revenue stream of €2,500K; Market share growth 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R&amp;D for low-carbon concrete mix (Budget: €500K); Modular construction training &amp; tooling (Budget: €200K)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Entry into Nordic market via green building standards compliance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Retention of key clients (€1,500K value); New client acquisition (€500K)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Nordic green construction hub; Supply chain carbon tracking (Budget: €100K)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Scope 1&amp;2 by 40% by 2030 (Base year 2022)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Scope 1&amp;2 emissions 147.97 tCO2e; Scope 3 not yet measured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Accelerate electrification of construction equipment; Invest in on-site renewable energy (Budget: €500K); Engage suppliers to measure and reduce Scope 3 (Budget: €100K)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Achieve 80% Construction Waste Diversion Rate by 2026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Current diversion rate 60%; Waste intensity reduced 10% since 2020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AI-based waste management system (Budget: €250K); Expand partnerships with waste recyclers; Train staff on circular construction practices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ISO 50001; EU Sustainable Finance Taxonomy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Target EU market requires validated ESG data; Current gap in energy 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Hire sustainability manager (Budget: €120K); Implement ESG software (Budget: €80K)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BES 6001; EPD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Major clients demand 3rd party verified sourcing data; Lack of Tier-2 traceability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Partner with BuildingTransparency.org (Budget: €50K); Conduct supplier audits (Budget: €200K)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Construction Safety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Skill gap in sustainable building practices; High injury risk from new techniques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Establish Sustainable Construction Training Academy (Budget: €150K); VR safety simulation for green construction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Water &amp; Power Resilience Team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Drought-induced water scarcity impacting operations; Power outages disrupting project timelines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Joint water efficiency project with suppliers (Budget: €250K); On-site renewable power &amp; storage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