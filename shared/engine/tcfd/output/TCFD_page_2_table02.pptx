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Physical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Acute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Extreme weather
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Extreme rainfall flooding patient wards and disrupting ambulance access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Asset repair cost est. ¥50,000K; Temporary ward closure revenue loss ¥75,000K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Upgrade drainage systems (Budget: ¥25,000K); Build elevated emergency access road (Budget: ¥30,000K)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Chronic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Changing weather
patterns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