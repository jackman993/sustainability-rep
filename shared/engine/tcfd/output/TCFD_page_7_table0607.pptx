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457200" y="914400"/>
          <a:ext cx="109728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371600"/>
                <a:gridCol w="1828800"/>
                <a:gridCol w="2560320"/>
                <a:gridCol w="2286000"/>
                <a:gridCol w="1828800"/>
              </a:tblGrid>
              <a:tr h="1028700">
                <a:tc gridSpan="3"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</a:rPr>
                        <a:t>Operational Resilience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</a:rPr>
                        <a:t>Adaptive Capacity (Human &amp; Supply)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Resilience Unit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Physical/Tech
Stressor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Operational Impact
(Downtime Risk)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Adaptation Strategy
(Capacity Building)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Continuity Benefit
(ROI)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Budget
Allocation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333333"/>
                          </a:solidFill>
                          <a:latin typeface="Arial"/>
                        </a:rPr>
                        <a:t>Workforce
Adaptation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Thermal Stress /
New Process Risks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Productivity Loss
(-15% Forecast)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Clinical Staff Skill Development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Skill gap in handling new robotic surgery equipment; High injury risk to patients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Establish Robotic Surgery Training Program (Budget: ¥25,000K); VR surgery simulation; Hire expert proctors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333333"/>
                          </a:solidFill>
                          <a:latin typeface="Arial"/>
                        </a:rPr>
                        <a:t>Value Chain
Security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Resource Competition
(Water/Power)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License to Operate
Revocation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Water &amp; Power Resilience Team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Earthquake-induced utility disruptions; Care delivery risk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Install backup generators &amp; water tanks (Budget: ¥150,000K); Coordinate with local utilities on resilience planning; Staff training on emergency protocols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