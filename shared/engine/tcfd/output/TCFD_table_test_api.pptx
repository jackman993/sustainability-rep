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Policy &amp; Regulation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Tightening emissions regulations could require costly upgrades or fines if targets are not met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$10,000 - $50,000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Market &amp; Technology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Rapidly evolving low-carbon technologies could make current manufacturing processes obsolete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$20,000 - $100,000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Acute Risk (Short Term)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weather events causing damage to facilities and disrupting production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Chronic Risk (Long Term)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sea levels and changing weather patterns leading to supply chain disruptions and increased operational costs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Here is the generated Table 3 (Opportunities - Resource) in pure text format with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separator: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Resource 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Optimize production processes to reduce waste and increase yield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Products &amp; 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low-carbon product alternatives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 market share by 10-15%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 in R&amp;D for sustainable materials and processes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Here is the generated Table 5 (Metrics &amp; Targets) in pure text format with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separators: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GHG Emissions Reduction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10% reduction from baseline 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energy efficiency measures, transition to renewable energy sources, optimize manufacturing processes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Driver/Gap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&amp; Budget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Industry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Lack of industry-recognized sustainability certifications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Pursue relevant certifications (e.g., ISO 14001, LEED) to demonstrate commitment to sustainability and gain competitive advantage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Workforce Capability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Labor shortages causing production delays and increased costs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cross-training programs and improve employee retention with competitive compensation and benefits. Budget: $5,000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Supply Chain 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Disruptions in raw material supply leading to production halts and revenue loss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Diversify suppliers, maintain adequate inventory, and develop contingency plans for alternative sourcing. Budget: $8,000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