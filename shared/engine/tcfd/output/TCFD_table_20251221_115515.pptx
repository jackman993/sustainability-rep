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5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64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36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58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5382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弧形 6">
            <a:extLst>
              <a:ext uri="{FF2B5EF4-FFF2-40B4-BE49-F238E27FC236}">
                <a16:creationId xmlns:a16="http://schemas.microsoft.com/office/drawing/2014/main" id="{4CA5A910-571F-75C2-BF35-26BA8FFDDC31}"/>
              </a:ext>
            </a:extLst>
          </p:cNvPr>
          <p:cNvSpPr/>
          <p:nvPr userDrawn="1"/>
        </p:nvSpPr>
        <p:spPr>
          <a:xfrm rot="9078736">
            <a:off x="9967899" y="-3091766"/>
            <a:ext cx="3657368" cy="4548434"/>
          </a:xfrm>
          <a:prstGeom prst="arc">
            <a:avLst>
              <a:gd name="adj1" fmla="val 15204947"/>
              <a:gd name="adj2" fmla="val 21537104"/>
            </a:avLst>
          </a:prstGeom>
          <a:ln w="587375">
            <a:solidFill>
              <a:schemeClr val="accent6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6DEB5FF7-6D99-88D6-138A-1295A01D10EF}"/>
              </a:ext>
            </a:extLst>
          </p:cNvPr>
          <p:cNvSpPr/>
          <p:nvPr userDrawn="1"/>
        </p:nvSpPr>
        <p:spPr>
          <a:xfrm>
            <a:off x="11656541" y="1886465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D7130504-BEA1-8D0C-83EB-3140F88CDFA6}"/>
              </a:ext>
            </a:extLst>
          </p:cNvPr>
          <p:cNvSpPr/>
          <p:nvPr userDrawn="1"/>
        </p:nvSpPr>
        <p:spPr>
          <a:xfrm>
            <a:off x="474823" y="5796571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91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731520"/>
          <a:ext cx="96926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88392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Climate-Related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88392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Policy and
Regulation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food maker sector faces new carbon tax regulations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$500K-1M annually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Mitigation: Invest in carbon offset programs; Budget: $200K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8392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Green product
and technology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Shift to green technology may disrupt traditional food maker markets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$2M-5M revenue 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Mitigation: Develop green product lines; Budget: $1M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88392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Market
Disruption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8392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Reputation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Physical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Acute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Extreme weather
events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Extreme weather events affecting food maker operations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$300K-800K per event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Mitigation: Strengthen facility resilience; Budget: $500K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Chronic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Changing weather
patterns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Rising temperatures impacting food maker supply chain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$1M-3M annually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Mitigation: Diversify supply sources; Budget: $800K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Benefits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Resource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Production process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energy-efficient processes in food maker operations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Benefit: $400K-600K annual savings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Investment: Upgrade equipment; Budget: $1.5M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Energy
Source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Use of lower-emission
sources of energy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Transition to renewable energy for food maker facilities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Benefit: $200K-400K annual savings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Investment: Solar panel installation; Budget: $2M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Market Strategy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Products &amp;
Services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Development of
low emission goods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Develop sustainable food maker products for green market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Benefit: $5M-10M new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Investment: R&amp;D and marketing; Budget: $3M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Markets &amp;
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Access to new
markets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Expand food maker business to climate-resilient regions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Benefit: $3M-7M new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Investment: Market entry and setup; Budget: $2M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509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914400"/>
                <a:gridCol w="228600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Metrics &amp; 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Performance Indicators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Metric
Category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Target
Timeframe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Current Progress
&amp; Status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Financial
Linkage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Action Plan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GHG Emissions
(Scope 1, 2,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Emission Reduction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Reduce total emissions by 30% by 2030 (Current: 186.9 tCO2e)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Progress: 15% reduction achieved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 Plan: Energy efficiency projects; Budget: $1M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Climate-Related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Water, Waste &amp;
Green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Increase renewable energy usage to 50% by 2028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Progress: 25% renewable energy achieved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 Plan: Solar and wind investments; Budget: $2M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Systemic Risk Control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Infrastructure &amp; Assurance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Control Area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External Driver /
Requirement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System Gap /
Exposure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Mitigation Protocol
(Soft Infrastructure)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Liability Avoidance /
Cost Benefit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Data Integrity
(Scope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Mandatory 3rd-Party
Verification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Unverified Upstream
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Obtain ISO 14001 environmental management certification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Driver: Customer requirements; Gap: Missing documentation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Action: Complete certification process; Budget: $150K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Supply Chain
Integrity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Traceability &amp;
Due Diligence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Tier-2 Visibility
Gap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Enhance visibility into food maker supply chain emissions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Driver: Regulatory compliance; Gap: Limited supplier 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Action: Implement supplier reporting system; Budget: $300K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Operational 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Adaptive Capacity (Human &amp; Supply)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Resilience Unit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Physical/Tech
Stressor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Operational Impact
(Downtime Risk)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Adaptation Strategy
(Capacity Building)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Continuity Benefit
(ROI)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Workforce
Adaptation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Thermal Stress /
New Process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Productivity Loss
(-15% Forecast)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Train food maker workforce on climate adaptation strategies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Stressor: Climate-related disruptions; Impact: Operational delays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Action: Comprehensive training program; Budget: $200K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Value Chain
Security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Resource Competition
(Water/Power)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License to Operate
Revocation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Diversify food maker supply sources to reduce climate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Stressor: Single-source dependency; Impact: Supply disruptions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Action: Identify and onboard alternative suppliers; Budget: $500K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geesheen wu</dc:creator>
  <cp:lastModifiedBy>geesheen wu</cp:lastModifiedBy>
  <cp:revision>4</cp:revision>
  <dcterms:created xsi:type="dcterms:W3CDTF">2025-12-15T12:30:24Z</dcterms:created>
  <dcterms:modified xsi:type="dcterms:W3CDTF">2025-12-16T15:08:40Z</dcterms:modified>
</cp:coreProperties>
</file>