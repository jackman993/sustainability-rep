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Policy &amp; Regulation Risk;Manufacturing sector faces new carbon tax regulations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$500K-1M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Invest in carbon offset programs;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Market &amp; Technology Risk;Shift to green technology may disrupt traditional Manufacturing 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$2M-5M revenue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Develop green product lines;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