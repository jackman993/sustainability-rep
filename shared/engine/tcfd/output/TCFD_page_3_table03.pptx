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Organic waste composting program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Cost savings of ¥12,500K/year; Reduced water withdrawal fee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RO recycling system (Budget: ¥25,000K); Implement waste sorting and composting program (Budget: ¥5,000K)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Procurement of renewable energy certificates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Energy cost reduction of ¥8,000K/year; Carbon tax avoidance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500kW rooftop solar system (Budget: ¥80,000K); Purchase I-REC certificates for 100% renewable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