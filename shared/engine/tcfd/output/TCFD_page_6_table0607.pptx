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APSIC Guidelines on Infection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Key clients require 100% compliance; Current gap in device traceability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UDI system for Class III devices (Budget: ¥25,000K); Staff training on infection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Supplier Code of Conduct on Human Rights &amp; Environment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EU MDR demands supplier due diligence; Limited Tier-2 visibility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Deploy supplier sustainability portal (Budget: ¥10,000K); Conduct on-site audits for critical suppliers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